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Digitalizing the Thread of Quality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FitFlow-TOM: Single Source of Truth for Garment QA</a:t>
            </a:r>
          </a:p>
          <a:p>
            <a:r>
              <a:rPr>
                <a:solidFill>
                  <a:srgbClr val="1F2937"/>
                </a:solidFill>
                <a:latin typeface="Calibri"/>
              </a:rPr>
              <a:t>Eliminating Communication Silos &amp; Iteration Traps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Organization &amp;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Managing the Merchandiser-QA-Customer Triad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Merchandisers: Communicating customer needs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QA Inspectors: Evaluating physical samples against criteria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Customers: Defining the quality standards and faults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Problem Statement: The Silo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Fragmented communication blocks quality: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Data Fragmented: Emails, WhatsApp, physical files, verbal talks.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The 'Reporting Lag': Reports take 1-2 days to create in Excel after evaluations.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Samples sent without reports lead to increased rejection and resubmission.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Research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Can a centralized Single Source of Truth (SSoT) reduce sample iterations and lead time in apparel manufacturing?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Hypothesis: Aligning customer feedback directly with QA evaluations reduces the Cost of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Current Scenario (Pain Points)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Quality assurance is currently disconnected: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Physical Files &amp; Excel Silos: Manual data entry across disconnected systems.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'Blind Evaluations': QA relies on general experience, not specific customer faults.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Iteration Trap: Misalignment causes samples to be repeatedly rejected.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Process Map: As-Is (Fragmented)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The current disjointed workflow: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[ Verbal Talk / WhatsApp ] → Merchandiser requests sample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→ [ Physical Sample ] made &amp; sent to QA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→ [ Delayed Evaluation ] QA inspects (blind to specific customer needs)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→ [ 48h Reporting Lag ] Excel report created and emailed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→ [ Rejection / Resubmission ] Iteration Trap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Process Map: To-Be (SSoT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The FitFlow-TOM unified workflow: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[ Customer Feedback ] → Logged directly into the system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→ [ StyleMaster ] Centralized requirements &amp; historical faults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→ [ Instant Offline Evaluation ] QA evaluates on-device against actual customer needs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→ [ Live Sync &amp; 0h Lag ] PDF generated instantly, synced when online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Industry 4.0 in Garment Manufacturing: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Vertical Integration: Connecting the shop floor (QA) directly to top-floor data (Customer Feedback).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Digital Twins: Creating a digital replica of the physical style cycle to predict and prevent defects.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Standard ERPs vs. FitFlow-TOM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Standard ERPs: Often rigid, require constant connectivity, hard to use on the factory floor.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FitFlow PWA: Agile, Offline-First approach. Designed specifically for mobility in disconnected factory zones.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Intervention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Technical Architecture: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Backend (Django): Ensures robust data integrity, secure APIs, and centralized storage.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Frontend (React PWA): Provides an intuitive, floor-level UX with offline capabilities (Dexie.js).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Solution: Style Cycle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Connecting the dots: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Merchandisers log specific customer comments and historical faults into the system.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These comments auto-populate in the QA inspector's evaluation module.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Result: QA inspects exactly what the customer cares about.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KPIs &amp;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1F2937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1F2937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1F2937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F2937"/>
                          </a:solidFill>
                          <a:latin typeface="Calibri"/>
                        </a:rPr>
                        <a:t>Sample Iteration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F2937"/>
                          </a:solidFill>
                          <a:latin typeface="Calibri"/>
                        </a:rPr>
                        <a:t>Reduce resubmissions by addressing customer needs first time.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F2937"/>
                          </a:solidFill>
                          <a:latin typeface="Calibri"/>
                        </a:rPr>
                        <a:t>40% Reduction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F2937"/>
                          </a:solidFill>
                          <a:latin typeface="Calibri"/>
                        </a:rPr>
                        <a:t>Reporting Lead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F2937"/>
                          </a:solidFill>
                          <a:latin typeface="Calibri"/>
                        </a:rPr>
                        <a:t>Time from inspection completion to report sharing.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F2937"/>
                          </a:solidFill>
                          <a:latin typeface="Calibri"/>
                        </a:rPr>
                        <a:t>From 48hrs to 0hrs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F2937"/>
                          </a:solidFill>
                          <a:latin typeface="Calibri"/>
                        </a:rPr>
                        <a:t>Shipping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F2937"/>
                          </a:solidFill>
                          <a:latin typeface="Calibri"/>
                        </a:rPr>
                        <a:t>Reduction in DHL/Air Shipments due to factory delays.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F2937"/>
                          </a:solidFill>
                          <a:latin typeface="Calibri"/>
                        </a:rPr>
                        <a:t>Significant drop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Impact &amp;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Realizing the benefits of a Single Source of Truth: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Lowering the 'Cost of Quality' by making things 'Right First Time'.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Preventing factory-level air-shipment penalties caused by late approvals.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Enhancing customer trust through transparent, immediate reporting.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Immediate actions: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Mandate system use: Eliminate 'Samples without Reports' to prevent blind rejections.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Cross-training: Ensure merchandisers effectively translate customer faults into StyleMaster.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Next steps in digitalization: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AI-driven defect trend analysis.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Automated image annotation for highlighting faults.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Predictive quality modeling based on historical style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FF6FF"/>
          </a:solidFill>
        </p:spPr>
        <p:txBody>
          <a:bodyPr/>
          <a:lstStyle/>
          <a:p>
            <a:r>
              <a:rPr b="1">
                <a:solidFill>
                  <a:srgbClr val="1F2937"/>
                </a:solidFill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Calibri"/>
              </a:rPr>
              <a:t>Conclusion: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SSoT is not just software; it is a communication strategy.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Integrating the 'Style Cycle' eliminates silos and builds a unified view.</a:t>
            </a:r>
          </a:p>
          <a:p>
            <a:pPr lvl="1"/>
            <a:r>
              <a:rPr>
                <a:solidFill>
                  <a:srgbClr val="1F2937"/>
                </a:solidFill>
                <a:latin typeface="Calibri"/>
              </a:rPr>
              <a:t>Digitalizing the Thread of Quality ultimately reduces costs and accelerates delivery.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